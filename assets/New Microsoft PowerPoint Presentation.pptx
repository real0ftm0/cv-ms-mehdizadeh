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0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0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9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24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0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8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9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5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1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8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9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D41D-B877-4298-9FA6-7C67A1053D4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7B1A2-BC0F-4C66-A68D-14A8A81C2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5673" y="-310898"/>
            <a:ext cx="6571673" cy="3696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450" y="3087472"/>
            <a:ext cx="6890327" cy="38585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753" y="3447349"/>
            <a:ext cx="6219922" cy="34987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47" y="-170653"/>
            <a:ext cx="6143978" cy="34559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777" y="3163557"/>
            <a:ext cx="3335483" cy="1876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327" y="1864690"/>
            <a:ext cx="3253783" cy="18887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929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2025-09-15T19:12:37Z</dcterms:created>
  <dcterms:modified xsi:type="dcterms:W3CDTF">2025-09-15T19:26:51Z</dcterms:modified>
</cp:coreProperties>
</file>