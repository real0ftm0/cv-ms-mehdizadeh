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54" y="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30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06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490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2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04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86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92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951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1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80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699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9D41D-B877-4298-9FA6-7C67A1053D4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45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microsoft.com/office/2007/relationships/hdphoto" Target="../media/hdphoto1.wdp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4212" y="-2628385"/>
            <a:ext cx="6232426" cy="3702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38"/>
          <a:stretch/>
        </p:blipFill>
        <p:spPr>
          <a:xfrm>
            <a:off x="14299307" y="-1790059"/>
            <a:ext cx="8595360" cy="1500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129" b="18363"/>
          <a:stretch/>
        </p:blipFill>
        <p:spPr>
          <a:xfrm>
            <a:off x="5064760" y="4266453"/>
            <a:ext cx="6807200" cy="21982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599" y="688354"/>
            <a:ext cx="5773906" cy="373048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76" y="688354"/>
            <a:ext cx="5057315" cy="28447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0" b="14351"/>
          <a:stretch/>
        </p:blipFill>
        <p:spPr>
          <a:xfrm>
            <a:off x="17562512" y="1570182"/>
            <a:ext cx="6301534" cy="29279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38" r="5393"/>
          <a:stretch/>
        </p:blipFill>
        <p:spPr>
          <a:xfrm>
            <a:off x="-393641" y="3154680"/>
            <a:ext cx="6565841" cy="36914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182" b="90000" l="2250" r="89976">
                        <a14:backgroundMark x1="7978" y1="70485" x2="7978" y2="70485"/>
                        <a14:backgroundMark x1="10024" y1="53515" x2="13911" y2="74667"/>
                        <a14:backgroundMark x1="70031" y1="57636" x2="71838" y2="92545"/>
                        <a14:backgroundMark x1="76475" y1="85212" x2="88101" y2="838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9928" y="2110724"/>
            <a:ext cx="5894853" cy="331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94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6</cp:revision>
  <dcterms:created xsi:type="dcterms:W3CDTF">2025-09-15T19:12:37Z</dcterms:created>
  <dcterms:modified xsi:type="dcterms:W3CDTF">2025-09-17T18:56:00Z</dcterms:modified>
</cp:coreProperties>
</file>