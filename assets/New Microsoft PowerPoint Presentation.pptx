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3089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1062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4904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524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04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86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092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951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81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80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699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9D41D-B877-4298-9FA6-7C67A1053D4B}" type="datetimeFigureOut">
              <a:rPr lang="en-US" smtClean="0"/>
              <a:t>9/15/2025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37B1A2-BC0F-4C66-A68D-14A8A81C2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445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6379" y="0"/>
            <a:ext cx="8107785" cy="491309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2919" y="-96200"/>
            <a:ext cx="6232426" cy="37025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738"/>
          <a:stretch/>
        </p:blipFill>
        <p:spPr>
          <a:xfrm>
            <a:off x="2201748" y="5357553"/>
            <a:ext cx="8595360" cy="1500447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30" b="14351"/>
          <a:stretch/>
        </p:blipFill>
        <p:spPr>
          <a:xfrm>
            <a:off x="3252152" y="2484582"/>
            <a:ext cx="6301534" cy="292792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139294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hp</cp:lastModifiedBy>
  <cp:revision>4</cp:revision>
  <dcterms:created xsi:type="dcterms:W3CDTF">2025-09-15T19:12:37Z</dcterms:created>
  <dcterms:modified xsi:type="dcterms:W3CDTF">2025-09-15T20:12:38Z</dcterms:modified>
</cp:coreProperties>
</file>